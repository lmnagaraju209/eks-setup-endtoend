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End-to-End Deployment on AWS EKS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Beginner Friendly • Terraform + Docker + Helm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215AFF"/>
                </a:solidFill>
              </a:rPr>
              <a:t>What You’ll Build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1C1C1C"/>
                </a:solidFill>
              </a:rPr>
              <a:t>Frontend website + backend API</a:t>
            </a:r>
          </a:p>
          <a:p>
            <a:r>
              <a:rPr>
                <a:solidFill>
                  <a:srgbClr val="1C1C1C"/>
                </a:solidFill>
              </a:rPr>
              <a:t>PostgreSQL database</a:t>
            </a:r>
          </a:p>
          <a:p>
            <a:r>
              <a:rPr>
                <a:solidFill>
                  <a:srgbClr val="1C1C1C"/>
                </a:solidFill>
              </a:rPr>
              <a:t>All deployed on Kubernetes (EKS)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77940"/>
            <a:ext cx="9144000" cy="480060"/>
          </a:xfrm>
          <a:prstGeom prst="rect">
            <a:avLst/>
          </a:prstGeom>
          <a:solidFill>
            <a:srgbClr val="21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215AFF"/>
                </a:solidFill>
              </a:rPr>
              <a:t>Tools We Use (Plain English)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1C1C1C"/>
                </a:solidFill>
              </a:rPr>
              <a:t>Docker: package the app so it runs anywhere</a:t>
            </a:r>
          </a:p>
          <a:p>
            <a:r>
              <a:rPr>
                <a:solidFill>
                  <a:srgbClr val="1C1C1C"/>
                </a:solidFill>
              </a:rPr>
              <a:t>Terraform: build AWS infrastructure automatically</a:t>
            </a:r>
          </a:p>
          <a:p>
            <a:r>
              <a:rPr>
                <a:solidFill>
                  <a:srgbClr val="1C1C1C"/>
                </a:solidFill>
              </a:rPr>
              <a:t>Helm: install the app into Kubernetes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77940"/>
            <a:ext cx="9144000" cy="480060"/>
          </a:xfrm>
          <a:prstGeom prst="rect">
            <a:avLst/>
          </a:prstGeom>
          <a:solidFill>
            <a:srgbClr val="21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215AFF"/>
                </a:solidFill>
              </a:rPr>
              <a:t>Local Run First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1C1C1C"/>
                </a:solidFill>
              </a:rPr>
              <a:t>cd services</a:t>
            </a:r>
          </a:p>
          <a:p>
            <a:r>
              <a:rPr>
                <a:solidFill>
                  <a:srgbClr val="1C1C1C"/>
                </a:solidFill>
              </a:rPr>
              <a:t>docker-compose up</a:t>
            </a:r>
          </a:p>
          <a:p>
            <a:r>
              <a:rPr>
                <a:solidFill>
                  <a:srgbClr val="1C1C1C"/>
                </a:solidFill>
              </a:rPr>
              <a:t>Open: http://localhost:3000</a:t>
            </a:r>
          </a:p>
          <a:p>
            <a:r>
              <a:rPr>
                <a:solidFill>
                  <a:srgbClr val="1C1C1C"/>
                </a:solidFill>
              </a:rPr>
              <a:t>API: http://localhost:8082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77940"/>
            <a:ext cx="9144000" cy="480060"/>
          </a:xfrm>
          <a:prstGeom prst="rect">
            <a:avLst/>
          </a:prstGeom>
          <a:solidFill>
            <a:srgbClr val="21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215AFF"/>
                </a:solidFill>
              </a:rPr>
              <a:t>Create AWS 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1C1C1C"/>
                </a:solidFill>
              </a:rPr>
              <a:t>cd terraform</a:t>
            </a:r>
          </a:p>
          <a:p>
            <a:r>
              <a:rPr>
                <a:solidFill>
                  <a:srgbClr val="1C1C1C"/>
                </a:solidFill>
              </a:rPr>
              <a:t>cp terraform.tfvars.example terraform.tfvars</a:t>
            </a:r>
          </a:p>
          <a:p>
            <a:r>
              <a:rPr>
                <a:solidFill>
                  <a:srgbClr val="1C1C1C"/>
                </a:solidFill>
              </a:rPr>
              <a:t>terraform init</a:t>
            </a:r>
          </a:p>
          <a:p>
            <a:r>
              <a:rPr>
                <a:solidFill>
                  <a:srgbClr val="1C1C1C"/>
                </a:solidFill>
              </a:rPr>
              <a:t>terraform apply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77940"/>
            <a:ext cx="9144000" cy="480060"/>
          </a:xfrm>
          <a:prstGeom prst="rect">
            <a:avLst/>
          </a:prstGeom>
          <a:solidFill>
            <a:srgbClr val="21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215AFF"/>
                </a:solidFill>
              </a:rPr>
              <a:t>Connect kubectl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1C1C1C"/>
                </a:solidFill>
              </a:rPr>
              <a:t>terraform output configure_kubectl</a:t>
            </a:r>
          </a:p>
          <a:p>
            <a:r>
              <a:rPr>
                <a:solidFill>
                  <a:srgbClr val="1C1C1C"/>
                </a:solidFill>
              </a:rPr>
              <a:t>kubectl get nodes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77940"/>
            <a:ext cx="9144000" cy="480060"/>
          </a:xfrm>
          <a:prstGeom prst="rect">
            <a:avLst/>
          </a:prstGeom>
          <a:solidFill>
            <a:srgbClr val="21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215AFF"/>
                </a:solidFill>
              </a:rPr>
              <a:t>Build + Push Images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1C1C1C"/>
                </a:solidFill>
              </a:rPr>
              <a:t>terraform output ecr_backend_repository_url</a:t>
            </a:r>
          </a:p>
          <a:p>
            <a:r>
              <a:rPr>
                <a:solidFill>
                  <a:srgbClr val="1C1C1C"/>
                </a:solidFill>
              </a:rPr>
              <a:t>terraform output ecr_frontend_repository_url</a:t>
            </a:r>
          </a:p>
          <a:p>
            <a:r>
              <a:rPr>
                <a:solidFill>
                  <a:srgbClr val="1C1C1C"/>
                </a:solidFill>
              </a:rPr>
              <a:t>docker build / docker push (backend + frontend)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77940"/>
            <a:ext cx="9144000" cy="480060"/>
          </a:xfrm>
          <a:prstGeom prst="rect">
            <a:avLst/>
          </a:prstGeom>
          <a:solidFill>
            <a:srgbClr val="21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215AFF"/>
                </a:solidFill>
              </a:rPr>
              <a:t>Deploy with Helm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1C1C1C"/>
                </a:solidFill>
              </a:rPr>
              <a:t>helm upgrade --install eks-setup-app ./helm/eks-setup-app</a:t>
            </a:r>
          </a:p>
          <a:p>
            <a:r>
              <a:rPr>
                <a:solidFill>
                  <a:srgbClr val="1C1C1C"/>
                </a:solidFill>
              </a:rPr>
              <a:t>--set backend.image.repository=&lt;backend-repo-url&gt;</a:t>
            </a:r>
          </a:p>
          <a:p>
            <a:r>
              <a:rPr>
                <a:solidFill>
                  <a:srgbClr val="1C1C1C"/>
                </a:solidFill>
              </a:rPr>
              <a:t>--set frontend.image.repository=&lt;frontend-repo-url&gt;</a:t>
            </a:r>
          </a:p>
          <a:p>
            <a:r>
              <a:rPr>
                <a:solidFill>
                  <a:srgbClr val="1C1C1C"/>
                </a:solidFill>
              </a:rPr>
              <a:t>kubectl get pods &amp;&amp; kubectl get svc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77940"/>
            <a:ext cx="9144000" cy="480060"/>
          </a:xfrm>
          <a:prstGeom prst="rect">
            <a:avLst/>
          </a:prstGeom>
          <a:solidFill>
            <a:srgbClr val="21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215AFF"/>
                </a:solidFill>
              </a:rPr>
              <a:t>Check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1C1C1C"/>
                </a:solidFill>
              </a:rPr>
              <a:t>Open the LoadBalancer URL</a:t>
            </a:r>
          </a:p>
          <a:p>
            <a:r>
              <a:rPr>
                <a:solidFill>
                  <a:srgbClr val="1C1C1C"/>
                </a:solidFill>
              </a:rPr>
              <a:t>Create one task in the UI</a:t>
            </a:r>
          </a:p>
          <a:p>
            <a:r>
              <a:rPr>
                <a:solidFill>
                  <a:srgbClr val="1C1C1C"/>
                </a:solidFill>
              </a:rPr>
              <a:t>Verify API returns items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77940"/>
            <a:ext cx="9144000" cy="480060"/>
          </a:xfrm>
          <a:prstGeom prst="rect">
            <a:avLst/>
          </a:prstGeom>
          <a:solidFill>
            <a:srgbClr val="21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215AFF"/>
                </a:solidFill>
              </a:rPr>
              <a:t>CI/CD in Simple Words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1C1C1C"/>
                </a:solidFill>
              </a:rPr>
              <a:t>Push code to GitHub</a:t>
            </a:r>
          </a:p>
          <a:p>
            <a:r>
              <a:rPr>
                <a:solidFill>
                  <a:srgbClr val="1C1C1C"/>
                </a:solidFill>
              </a:rPr>
              <a:t>GitHub Actions runs tests</a:t>
            </a:r>
          </a:p>
          <a:p>
            <a:r>
              <a:rPr>
                <a:solidFill>
                  <a:srgbClr val="1C1C1C"/>
                </a:solidFill>
              </a:rPr>
              <a:t>Images go to ECR</a:t>
            </a:r>
          </a:p>
          <a:p>
            <a:r>
              <a:rPr>
                <a:solidFill>
                  <a:srgbClr val="1C1C1C"/>
                </a:solidFill>
              </a:rPr>
              <a:t>EKS rolls out the new 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77940"/>
            <a:ext cx="9144000" cy="480060"/>
          </a:xfrm>
          <a:prstGeom prst="rect">
            <a:avLst/>
          </a:prstGeom>
          <a:solidFill>
            <a:srgbClr val="21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215AFF"/>
                </a:solidFill>
              </a:rPr>
              <a:t>GitHub Actions Setup (From Scratch)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1C1C1C"/>
                </a:solidFill>
              </a:rPr>
              <a:t>Set github_org / github_repo in terraform.tfvars</a:t>
            </a:r>
          </a:p>
          <a:p>
            <a:r>
              <a:rPr>
                <a:solidFill>
                  <a:srgbClr val="1C1C1C"/>
                </a:solidFill>
              </a:rPr>
              <a:t>terraform apply, then copy github_actions_role_arn</a:t>
            </a:r>
          </a:p>
          <a:p>
            <a:r>
              <a:rPr>
                <a:solidFill>
                  <a:srgbClr val="1C1C1C"/>
                </a:solidFill>
              </a:rPr>
              <a:t>Add GitHub Vars: AWS_ACCOUNT_ID, AWS_REGION</a:t>
            </a:r>
          </a:p>
          <a:p>
            <a:r>
              <a:rPr>
                <a:solidFill>
                  <a:srgbClr val="1C1C1C"/>
                </a:solidFill>
              </a:rPr>
              <a:t>Add Secret: AWS_ROLE_TO_ASSUME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77940"/>
            <a:ext cx="9144000" cy="480060"/>
          </a:xfrm>
          <a:prstGeom prst="rect">
            <a:avLst/>
          </a:prstGeom>
          <a:solidFill>
            <a:srgbClr val="21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215AFF"/>
                </a:solidFill>
              </a:rPr>
              <a:t>Wrap 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1C1C1C"/>
                </a:solidFill>
              </a:rPr>
              <a:t>Local → Cloud → Kubernetes</a:t>
            </a:r>
          </a:p>
          <a:p>
            <a:r>
              <a:rPr>
                <a:solidFill>
                  <a:srgbClr val="1C1C1C"/>
                </a:solidFill>
              </a:rPr>
              <a:t>Terraform builds infrastructure</a:t>
            </a:r>
          </a:p>
          <a:p>
            <a:r>
              <a:rPr>
                <a:solidFill>
                  <a:srgbClr val="1C1C1C"/>
                </a:solidFill>
              </a:rPr>
              <a:t>Helm deploys the app</a:t>
            </a:r>
          </a:p>
          <a:p>
            <a:r>
              <a:rPr>
                <a:solidFill>
                  <a:srgbClr val="1C1C1C"/>
                </a:solidFill>
              </a:rPr>
              <a:t>CI/CD keeps it updated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77940"/>
            <a:ext cx="9144000" cy="480060"/>
          </a:xfrm>
          <a:prstGeom prst="rect">
            <a:avLst/>
          </a:prstGeom>
          <a:solidFill>
            <a:srgbClr val="21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